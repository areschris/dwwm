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61" r:id="rId4"/>
    <p:sldId id="258" r:id="rId5"/>
    <p:sldId id="259" r:id="rId6"/>
    <p:sldId id="262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63D9F7-A97F-408D-9805-E0532314E528}" v="12" dt="2025-11-04T07:23:15.9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ES Christopher" userId="3ff7c12f-b86a-47e0-a114-f78cf92fe63b" providerId="ADAL" clId="{F4340093-B49D-4826-BB78-B08898E27A1C}"/>
    <pc:docChg chg="custSel addSld modSld sldOrd">
      <pc:chgData name="ARES Christopher" userId="3ff7c12f-b86a-47e0-a114-f78cf92fe63b" providerId="ADAL" clId="{F4340093-B49D-4826-BB78-B08898E27A1C}" dt="2025-11-04T07:24:34.932" v="399" actId="478"/>
      <pc:docMkLst>
        <pc:docMk/>
      </pc:docMkLst>
      <pc:sldChg chg="addSp delSp modSp new mod">
        <pc:chgData name="ARES Christopher" userId="3ff7c12f-b86a-47e0-a114-f78cf92fe63b" providerId="ADAL" clId="{F4340093-B49D-4826-BB78-B08898E27A1C}" dt="2025-10-30T10:45:28.639" v="338" actId="1076"/>
        <pc:sldMkLst>
          <pc:docMk/>
          <pc:sldMk cId="1108696723" sldId="257"/>
        </pc:sldMkLst>
        <pc:spChg chg="mod">
          <ac:chgData name="ARES Christopher" userId="3ff7c12f-b86a-47e0-a114-f78cf92fe63b" providerId="ADAL" clId="{F4340093-B49D-4826-BB78-B08898E27A1C}" dt="2025-10-30T10:45:28.639" v="338" actId="1076"/>
          <ac:spMkLst>
            <pc:docMk/>
            <pc:sldMk cId="1108696723" sldId="257"/>
            <ac:spMk id="2" creationId="{3C1C79B7-862F-2B68-EA31-82E155CD0775}"/>
          </ac:spMkLst>
        </pc:spChg>
        <pc:spChg chg="add mod">
          <ac:chgData name="ARES Christopher" userId="3ff7c12f-b86a-47e0-a114-f78cf92fe63b" providerId="ADAL" clId="{F4340093-B49D-4826-BB78-B08898E27A1C}" dt="2025-10-30T10:32:34.694" v="142" actId="1076"/>
          <ac:spMkLst>
            <pc:docMk/>
            <pc:sldMk cId="1108696723" sldId="257"/>
            <ac:spMk id="5" creationId="{4DFFF771-0541-46B8-4BCF-AAEFE8272EA3}"/>
          </ac:spMkLst>
        </pc:spChg>
        <pc:spChg chg="add mod">
          <ac:chgData name="ARES Christopher" userId="3ff7c12f-b86a-47e0-a114-f78cf92fe63b" providerId="ADAL" clId="{F4340093-B49D-4826-BB78-B08898E27A1C}" dt="2025-10-30T10:32:45.567" v="145" actId="1076"/>
          <ac:spMkLst>
            <pc:docMk/>
            <pc:sldMk cId="1108696723" sldId="257"/>
            <ac:spMk id="6" creationId="{B113CD42-E4B6-6368-2BFB-4B03EF51FB08}"/>
          </ac:spMkLst>
        </pc:spChg>
        <pc:spChg chg="add mod">
          <ac:chgData name="ARES Christopher" userId="3ff7c12f-b86a-47e0-a114-f78cf92fe63b" providerId="ADAL" clId="{F4340093-B49D-4826-BB78-B08898E27A1C}" dt="2025-10-30T10:32:41.223" v="144" actId="1076"/>
          <ac:spMkLst>
            <pc:docMk/>
            <pc:sldMk cId="1108696723" sldId="257"/>
            <ac:spMk id="7" creationId="{59C25B19-D727-B5DF-8EAD-28319C6A1E09}"/>
          </ac:spMkLst>
        </pc:spChg>
        <pc:picChg chg="add mod">
          <ac:chgData name="ARES Christopher" userId="3ff7c12f-b86a-47e0-a114-f78cf92fe63b" providerId="ADAL" clId="{F4340093-B49D-4826-BB78-B08898E27A1C}" dt="2025-10-30T10:32:08.128" v="139" actId="1076"/>
          <ac:picMkLst>
            <pc:docMk/>
            <pc:sldMk cId="1108696723" sldId="257"/>
            <ac:picMk id="10" creationId="{8E23343F-B15C-B969-F460-D5CCD7C60438}"/>
          </ac:picMkLst>
        </pc:picChg>
      </pc:sldChg>
      <pc:sldChg chg="delSp modSp new mod">
        <pc:chgData name="ARES Christopher" userId="3ff7c12f-b86a-47e0-a114-f78cf92fe63b" providerId="ADAL" clId="{F4340093-B49D-4826-BB78-B08898E27A1C}" dt="2025-10-30T10:55:52.221" v="339" actId="1076"/>
        <pc:sldMkLst>
          <pc:docMk/>
          <pc:sldMk cId="541256428" sldId="258"/>
        </pc:sldMkLst>
        <pc:spChg chg="mod">
          <ac:chgData name="ARES Christopher" userId="3ff7c12f-b86a-47e0-a114-f78cf92fe63b" providerId="ADAL" clId="{F4340093-B49D-4826-BB78-B08898E27A1C}" dt="2025-10-30T10:55:52.221" v="339" actId="1076"/>
          <ac:spMkLst>
            <pc:docMk/>
            <pc:sldMk cId="541256428" sldId="258"/>
            <ac:spMk id="2" creationId="{35E28723-B34B-C6DF-91EC-A48027F8CF1A}"/>
          </ac:spMkLst>
        </pc:spChg>
      </pc:sldChg>
      <pc:sldChg chg="addSp delSp modSp new mod setBg setClrOvrMap">
        <pc:chgData name="ARES Christopher" userId="3ff7c12f-b86a-47e0-a114-f78cf92fe63b" providerId="ADAL" clId="{F4340093-B49D-4826-BB78-B08898E27A1C}" dt="2025-11-04T07:23:29.684" v="393" actId="26606"/>
        <pc:sldMkLst>
          <pc:docMk/>
          <pc:sldMk cId="4271880762" sldId="259"/>
        </pc:sldMkLst>
        <pc:spChg chg="del">
          <ac:chgData name="ARES Christopher" userId="3ff7c12f-b86a-47e0-a114-f78cf92fe63b" providerId="ADAL" clId="{F4340093-B49D-4826-BB78-B08898E27A1C}" dt="2025-11-04T07:23:01.373" v="387" actId="478"/>
          <ac:spMkLst>
            <pc:docMk/>
            <pc:sldMk cId="4271880762" sldId="259"/>
            <ac:spMk id="2" creationId="{9C2E6B18-B131-27AB-7C3E-6CE9AAFA8AB5}"/>
          </ac:spMkLst>
        </pc:spChg>
        <pc:spChg chg="del">
          <ac:chgData name="ARES Christopher" userId="3ff7c12f-b86a-47e0-a114-f78cf92fe63b" providerId="ADAL" clId="{F4340093-B49D-4826-BB78-B08898E27A1C}" dt="2025-11-04T07:23:00.020" v="386" actId="478"/>
          <ac:spMkLst>
            <pc:docMk/>
            <pc:sldMk cId="4271880762" sldId="259"/>
            <ac:spMk id="3" creationId="{99E2C55F-B30D-62D0-2511-1CF61662F87C}"/>
          </ac:spMkLst>
        </pc:spChg>
        <pc:spChg chg="add">
          <ac:chgData name="ARES Christopher" userId="3ff7c12f-b86a-47e0-a114-f78cf92fe63b" providerId="ADAL" clId="{F4340093-B49D-4826-BB78-B08898E27A1C}" dt="2025-11-04T07:23:29.684" v="393" actId="26606"/>
          <ac:spMkLst>
            <pc:docMk/>
            <pc:sldMk cId="4271880762" sldId="259"/>
            <ac:spMk id="12" creationId="{6DC4C138-BBE2-4601-9B27-F6960A44C582}"/>
          </ac:spMkLst>
        </pc:spChg>
        <pc:spChg chg="add">
          <ac:chgData name="ARES Christopher" userId="3ff7c12f-b86a-47e0-a114-f78cf92fe63b" providerId="ADAL" clId="{F4340093-B49D-4826-BB78-B08898E27A1C}" dt="2025-11-04T07:23:29.684" v="393" actId="26606"/>
          <ac:spMkLst>
            <pc:docMk/>
            <pc:sldMk cId="4271880762" sldId="259"/>
            <ac:spMk id="14" creationId="{F6555DCA-BE6B-44B7-A0E9-3DF12F930625}"/>
          </ac:spMkLst>
        </pc:spChg>
        <pc:spChg chg="add">
          <ac:chgData name="ARES Christopher" userId="3ff7c12f-b86a-47e0-a114-f78cf92fe63b" providerId="ADAL" clId="{F4340093-B49D-4826-BB78-B08898E27A1C}" dt="2025-11-04T07:23:29.684" v="393" actId="26606"/>
          <ac:spMkLst>
            <pc:docMk/>
            <pc:sldMk cId="4271880762" sldId="259"/>
            <ac:spMk id="16" creationId="{7907E280-0DE1-4EDB-A8C9-5C995CAC3C9F}"/>
          </ac:spMkLst>
        </pc:spChg>
        <pc:picChg chg="add mod">
          <ac:chgData name="ARES Christopher" userId="3ff7c12f-b86a-47e0-a114-f78cf92fe63b" providerId="ADAL" clId="{F4340093-B49D-4826-BB78-B08898E27A1C}" dt="2025-11-04T07:23:29.684" v="393" actId="26606"/>
          <ac:picMkLst>
            <pc:docMk/>
            <pc:sldMk cId="4271880762" sldId="259"/>
            <ac:picMk id="5" creationId="{7E1E2BC9-E2D7-04D2-F59D-52544D295BAB}"/>
          </ac:picMkLst>
        </pc:picChg>
        <pc:picChg chg="add">
          <ac:chgData name="ARES Christopher" userId="3ff7c12f-b86a-47e0-a114-f78cf92fe63b" providerId="ADAL" clId="{F4340093-B49D-4826-BB78-B08898E27A1C}" dt="2025-11-04T07:23:29.684" v="393" actId="26606"/>
          <ac:picMkLst>
            <pc:docMk/>
            <pc:sldMk cId="4271880762" sldId="259"/>
            <ac:picMk id="10" creationId="{95DD5BC2-A8E7-4CAD-955A-3807355EC977}"/>
          </ac:picMkLst>
        </pc:picChg>
      </pc:sldChg>
      <pc:sldChg chg="delSp modSp new mod">
        <pc:chgData name="ARES Christopher" userId="3ff7c12f-b86a-47e0-a114-f78cf92fe63b" providerId="ADAL" clId="{F4340093-B49D-4826-BB78-B08898E27A1C}" dt="2025-10-30T10:56:42.317" v="385" actId="1076"/>
        <pc:sldMkLst>
          <pc:docMk/>
          <pc:sldMk cId="460906493" sldId="260"/>
        </pc:sldMkLst>
        <pc:spChg chg="mod">
          <ac:chgData name="ARES Christopher" userId="3ff7c12f-b86a-47e0-a114-f78cf92fe63b" providerId="ADAL" clId="{F4340093-B49D-4826-BB78-B08898E27A1C}" dt="2025-10-30T10:56:42.317" v="385" actId="1076"/>
          <ac:spMkLst>
            <pc:docMk/>
            <pc:sldMk cId="460906493" sldId="260"/>
            <ac:spMk id="2" creationId="{D19578A9-9269-B315-FF91-5875F46D8663}"/>
          </ac:spMkLst>
        </pc:spChg>
      </pc:sldChg>
      <pc:sldChg chg="modSp new mod ord">
        <pc:chgData name="ARES Christopher" userId="3ff7c12f-b86a-47e0-a114-f78cf92fe63b" providerId="ADAL" clId="{F4340093-B49D-4826-BB78-B08898E27A1C}" dt="2025-10-30T10:37:32.656" v="327"/>
        <pc:sldMkLst>
          <pc:docMk/>
          <pc:sldMk cId="2022233137" sldId="261"/>
        </pc:sldMkLst>
        <pc:spChg chg="mod">
          <ac:chgData name="ARES Christopher" userId="3ff7c12f-b86a-47e0-a114-f78cf92fe63b" providerId="ADAL" clId="{F4340093-B49D-4826-BB78-B08898E27A1C}" dt="2025-10-30T10:37:28.494" v="325" actId="1076"/>
          <ac:spMkLst>
            <pc:docMk/>
            <pc:sldMk cId="2022233137" sldId="261"/>
            <ac:spMk id="2" creationId="{5B548C1A-11A9-F402-3566-9434C474A29F}"/>
          </ac:spMkLst>
        </pc:spChg>
        <pc:spChg chg="mod">
          <ac:chgData name="ARES Christopher" userId="3ff7c12f-b86a-47e0-a114-f78cf92fe63b" providerId="ADAL" clId="{F4340093-B49D-4826-BB78-B08898E27A1C}" dt="2025-10-30T10:37:15.158" v="321" actId="2711"/>
          <ac:spMkLst>
            <pc:docMk/>
            <pc:sldMk cId="2022233137" sldId="261"/>
            <ac:spMk id="3" creationId="{A78B724D-C7D7-C652-1710-65F3F1F6AF3D}"/>
          </ac:spMkLst>
        </pc:spChg>
      </pc:sldChg>
      <pc:sldChg chg="delSp new mod">
        <pc:chgData name="ARES Christopher" userId="3ff7c12f-b86a-47e0-a114-f78cf92fe63b" providerId="ADAL" clId="{F4340093-B49D-4826-BB78-B08898E27A1C}" dt="2025-11-04T07:24:30.212" v="397" actId="478"/>
        <pc:sldMkLst>
          <pc:docMk/>
          <pc:sldMk cId="1715093609" sldId="262"/>
        </pc:sldMkLst>
        <pc:spChg chg="del">
          <ac:chgData name="ARES Christopher" userId="3ff7c12f-b86a-47e0-a114-f78cf92fe63b" providerId="ADAL" clId="{F4340093-B49D-4826-BB78-B08898E27A1C}" dt="2025-11-04T07:24:30.212" v="397" actId="478"/>
          <ac:spMkLst>
            <pc:docMk/>
            <pc:sldMk cId="1715093609" sldId="262"/>
            <ac:spMk id="2" creationId="{B3E0A273-7430-E9C3-3FC2-4CF7CAB3CB88}"/>
          </ac:spMkLst>
        </pc:spChg>
        <pc:spChg chg="del">
          <ac:chgData name="ARES Christopher" userId="3ff7c12f-b86a-47e0-a114-f78cf92fe63b" providerId="ADAL" clId="{F4340093-B49D-4826-BB78-B08898E27A1C}" dt="2025-11-04T07:24:29.141" v="396" actId="478"/>
          <ac:spMkLst>
            <pc:docMk/>
            <pc:sldMk cId="1715093609" sldId="262"/>
            <ac:spMk id="3" creationId="{1B67FD8D-5C13-0075-A438-D4E599940B94}"/>
          </ac:spMkLst>
        </pc:spChg>
      </pc:sldChg>
      <pc:sldChg chg="delSp new mod">
        <pc:chgData name="ARES Christopher" userId="3ff7c12f-b86a-47e0-a114-f78cf92fe63b" providerId="ADAL" clId="{F4340093-B49D-4826-BB78-B08898E27A1C}" dt="2025-11-04T07:24:34.932" v="399" actId="478"/>
        <pc:sldMkLst>
          <pc:docMk/>
          <pc:sldMk cId="853162683" sldId="263"/>
        </pc:sldMkLst>
        <pc:spChg chg="del">
          <ac:chgData name="ARES Christopher" userId="3ff7c12f-b86a-47e0-a114-f78cf92fe63b" providerId="ADAL" clId="{F4340093-B49D-4826-BB78-B08898E27A1C}" dt="2025-11-04T07:24:34.932" v="399" actId="478"/>
          <ac:spMkLst>
            <pc:docMk/>
            <pc:sldMk cId="853162683" sldId="263"/>
            <ac:spMk id="2" creationId="{4D768E4D-849B-F314-980F-1974BD1277E1}"/>
          </ac:spMkLst>
        </pc:spChg>
        <pc:spChg chg="del">
          <ac:chgData name="ARES Christopher" userId="3ff7c12f-b86a-47e0-a114-f78cf92fe63b" providerId="ADAL" clId="{F4340093-B49D-4826-BB78-B08898E27A1C}" dt="2025-11-04T07:24:33.764" v="398" actId="478"/>
          <ac:spMkLst>
            <pc:docMk/>
            <pc:sldMk cId="853162683" sldId="263"/>
            <ac:spMk id="3" creationId="{1D0801D1-F6C0-0411-0D25-37F6080FC62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635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310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4756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169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5208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4416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912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5522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406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140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3292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030357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07104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5707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6708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19592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4874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2B7B03-2B25-4097-8528-0792338E0FA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EE758E-6B0F-49CF-AAB1-18C207A24A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4536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Apple Launches Xcode 14.3: Empowering Developers with Cutting-Edge SDKs ...">
            <a:extLst>
              <a:ext uri="{FF2B5EF4-FFF2-40B4-BE49-F238E27FC236}">
                <a16:creationId xmlns:a16="http://schemas.microsoft.com/office/drawing/2014/main" id="{35CDC02E-00F9-F865-1F57-C4EFC94A1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295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1C79B7-862F-2B68-EA31-82E155CD0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832" y="1566195"/>
            <a:ext cx="4359022" cy="1325563"/>
          </a:xfrm>
        </p:spPr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DFFF771-0541-46B8-4BCF-AAEFE8272EA3}"/>
              </a:ext>
            </a:extLst>
          </p:cNvPr>
          <p:cNvSpPr txBox="1"/>
          <p:nvPr/>
        </p:nvSpPr>
        <p:spPr>
          <a:xfrm>
            <a:off x="1062036" y="3135769"/>
            <a:ext cx="499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Official </a:t>
            </a:r>
            <a:r>
              <a:rPr lang="fr-FR" dirty="0" err="1"/>
              <a:t>Apple’s</a:t>
            </a:r>
            <a:r>
              <a:rPr lang="fr-FR" dirty="0"/>
              <a:t> IDE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113CD42-E4B6-6368-2BFB-4B03EF51FB08}"/>
              </a:ext>
            </a:extLst>
          </p:cNvPr>
          <p:cNvSpPr txBox="1"/>
          <p:nvPr/>
        </p:nvSpPr>
        <p:spPr>
          <a:xfrm>
            <a:off x="1062036" y="3837626"/>
            <a:ext cx="4324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Created</a:t>
            </a:r>
            <a:r>
              <a:rPr lang="fr-FR" dirty="0"/>
              <a:t> in 2003, 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updated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C25B19-D727-B5DF-8EAD-28319C6A1E09}"/>
              </a:ext>
            </a:extLst>
          </p:cNvPr>
          <p:cNvSpPr txBox="1"/>
          <p:nvPr/>
        </p:nvSpPr>
        <p:spPr>
          <a:xfrm>
            <a:off x="1062036" y="4539484"/>
            <a:ext cx="469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Swift, Objective C, C, C++</a:t>
            </a:r>
          </a:p>
        </p:txBody>
      </p:sp>
      <p:pic>
        <p:nvPicPr>
          <p:cNvPr id="10" name="Image 9" descr="Une image contenant pomme&#10;&#10;Le contenu généré par l’IA peut être incorrect.">
            <a:extLst>
              <a:ext uri="{FF2B5EF4-FFF2-40B4-BE49-F238E27FC236}">
                <a16:creationId xmlns:a16="http://schemas.microsoft.com/office/drawing/2014/main" id="{8E23343F-B15C-B969-F460-D5CCD7C6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343" y="-274320"/>
            <a:ext cx="10273563" cy="658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9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48C1A-11A9-F402-3566-9434C474A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4176" y="639315"/>
            <a:ext cx="1539240" cy="1124713"/>
          </a:xfrm>
        </p:spPr>
        <p:txBody>
          <a:bodyPr/>
          <a:lstStyle/>
          <a:p>
            <a:r>
              <a:rPr lang="fr-FR" dirty="0">
                <a:latin typeface="Aptos Black" panose="020F0502020204030204" pitchFamily="34" charset="0"/>
              </a:rPr>
              <a:t>Uses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8B724D-C7D7-C652-1710-65F3F1F6A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3600" dirty="0" err="1">
                <a:latin typeface="Aptos Display" panose="020B0004020202020204" pitchFamily="34" charset="0"/>
              </a:rPr>
              <a:t>Development</a:t>
            </a:r>
            <a:r>
              <a:rPr lang="fr-FR" sz="3600" dirty="0">
                <a:latin typeface="Aptos Display" panose="020B0004020202020204" pitchFamily="34" charset="0"/>
              </a:rPr>
              <a:t> of </a:t>
            </a:r>
            <a:r>
              <a:rPr lang="fr-FR" sz="3600" dirty="0" err="1">
                <a:latin typeface="Aptos Display" panose="020B0004020202020204" pitchFamily="34" charset="0"/>
              </a:rPr>
              <a:t>Apple’s</a:t>
            </a:r>
            <a:r>
              <a:rPr lang="fr-FR" sz="3600" dirty="0">
                <a:latin typeface="Aptos Display" panose="020B0004020202020204" pitchFamily="34" charset="0"/>
              </a:rPr>
              <a:t> </a:t>
            </a:r>
            <a:r>
              <a:rPr lang="fr-FR" sz="3600" dirty="0" err="1">
                <a:latin typeface="Aptos Display" panose="020B0004020202020204" pitchFamily="34" charset="0"/>
              </a:rPr>
              <a:t>ecosystem</a:t>
            </a:r>
            <a:r>
              <a:rPr lang="fr-FR" sz="3600" dirty="0">
                <a:latin typeface="Aptos Display" panose="020B0004020202020204" pitchFamily="34" charset="0"/>
              </a:rPr>
              <a:t> apps</a:t>
            </a:r>
          </a:p>
          <a:p>
            <a:r>
              <a:rPr lang="fr-FR" sz="3600" dirty="0">
                <a:latin typeface="Aptos Display" panose="020B0004020202020204" pitchFamily="34" charset="0"/>
              </a:rPr>
              <a:t>Full application </a:t>
            </a:r>
            <a:r>
              <a:rPr lang="fr-FR" sz="3600" dirty="0" err="1">
                <a:latin typeface="Aptos Display" panose="020B0004020202020204" pitchFamily="34" charset="0"/>
              </a:rPr>
              <a:t>creation</a:t>
            </a:r>
            <a:endParaRPr lang="fr-FR" sz="3600" dirty="0">
              <a:latin typeface="Aptos Display" panose="020B0004020202020204" pitchFamily="34" charset="0"/>
            </a:endParaRPr>
          </a:p>
          <a:p>
            <a:r>
              <a:rPr lang="fr-FR" sz="3600" dirty="0" err="1">
                <a:latin typeface="Aptos Display" panose="020B0004020202020204" pitchFamily="34" charset="0"/>
              </a:rPr>
              <a:t>Debugging</a:t>
            </a:r>
            <a:endParaRPr lang="fr-FR" sz="3600" dirty="0">
              <a:latin typeface="Aptos Display" panose="020B0004020202020204" pitchFamily="34" charset="0"/>
            </a:endParaRPr>
          </a:p>
          <a:p>
            <a:r>
              <a:rPr lang="fr-FR" sz="3600" dirty="0">
                <a:latin typeface="Aptos Display" panose="020B0004020202020204" pitchFamily="34" charset="0"/>
              </a:rPr>
              <a:t>Integrated simulator</a:t>
            </a:r>
          </a:p>
          <a:p>
            <a:r>
              <a:rPr lang="fr-FR" sz="3600" dirty="0">
                <a:latin typeface="Aptos Display" panose="020B0004020202020204" pitchFamily="34" charset="0"/>
              </a:rPr>
              <a:t>Git </a:t>
            </a:r>
            <a:r>
              <a:rPr lang="fr-FR" sz="3600" dirty="0" err="1">
                <a:latin typeface="Aptos Display" panose="020B0004020202020204" pitchFamily="34" charset="0"/>
              </a:rPr>
              <a:t>integrated</a:t>
            </a:r>
            <a:endParaRPr lang="fr-FR" sz="3600" dirty="0">
              <a:latin typeface="Aptos Display" panose="020B0004020202020204" pitchFamily="34" charset="0"/>
            </a:endParaRPr>
          </a:p>
          <a:p>
            <a:r>
              <a:rPr lang="fr-FR" sz="3600" dirty="0" err="1">
                <a:latin typeface="Aptos Display" panose="020B0004020202020204" pitchFamily="34" charset="0"/>
              </a:rPr>
              <a:t>Publish</a:t>
            </a:r>
            <a:r>
              <a:rPr lang="fr-FR" sz="3600" dirty="0">
                <a:latin typeface="Aptos Display" panose="020B0004020202020204" pitchFamily="34" charset="0"/>
              </a:rPr>
              <a:t> on the App Store </a:t>
            </a:r>
            <a:r>
              <a:rPr lang="fr-FR" sz="3600" dirty="0" err="1">
                <a:latin typeface="Aptos Display" panose="020B0004020202020204" pitchFamily="34" charset="0"/>
              </a:rPr>
              <a:t>integrated</a:t>
            </a:r>
            <a:endParaRPr lang="fr-FR" sz="3600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233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28723-B34B-C6DF-91EC-A48027F8C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328" y="2401149"/>
            <a:ext cx="8610600" cy="1293028"/>
          </a:xfrm>
        </p:spPr>
        <p:txBody>
          <a:bodyPr/>
          <a:lstStyle/>
          <a:p>
            <a:r>
              <a:rPr lang="fr-FR" b="1" dirty="0" err="1"/>
              <a:t>Graphical</a:t>
            </a:r>
            <a:r>
              <a:rPr lang="fr-FR" b="1" dirty="0"/>
              <a:t> User Interface (GUI)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41256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5DD5BC2-A8E7-4CAD-955A-3807355EC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DC4C138-BBE2-4601-9B27-F6960A44C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F6555DCA-BE6B-44B7-A0E9-3DF12F930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9308" y="562356"/>
            <a:ext cx="11073384" cy="5733288"/>
          </a:xfrm>
          <a:prstGeom prst="roundRect">
            <a:avLst>
              <a:gd name="adj" fmla="val 3242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1">
            <a:extLst>
              <a:ext uri="{FF2B5EF4-FFF2-40B4-BE49-F238E27FC236}">
                <a16:creationId xmlns:a16="http://schemas.microsoft.com/office/drawing/2014/main" id="{7907E280-0DE1-4EDB-A8C9-5C995CAC3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7E1E2BC9-E2D7-04D2-F59D-52544D295B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4163" y="873252"/>
            <a:ext cx="4523674" cy="5111496"/>
          </a:xfrm>
          <a:prstGeom prst="rect">
            <a:avLst/>
          </a:prstGeom>
          <a:ln w="31750" cap="sq">
            <a:noFill/>
            <a:miter lim="800000"/>
          </a:ln>
        </p:spPr>
      </p:pic>
    </p:spTree>
    <p:extLst>
      <p:ext uri="{BB962C8B-B14F-4D97-AF65-F5344CB8AC3E}">
        <p14:creationId xmlns:p14="http://schemas.microsoft.com/office/powerpoint/2010/main" val="42718807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5093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3162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9578A9-9269-B315-FF91-5875F46D8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8064" y="2075688"/>
            <a:ext cx="6135624" cy="3163824"/>
          </a:xfrm>
        </p:spPr>
        <p:txBody>
          <a:bodyPr>
            <a:normAutofit/>
          </a:bodyPr>
          <a:lstStyle/>
          <a:p>
            <a:r>
              <a:rPr lang="fr-FR" sz="5400" dirty="0" err="1"/>
              <a:t>Any</a:t>
            </a:r>
            <a:r>
              <a:rPr lang="fr-FR" sz="5400" dirty="0"/>
              <a:t> question ?</a:t>
            </a:r>
            <a:br>
              <a:rPr lang="fr-FR" sz="5400" dirty="0"/>
            </a:br>
            <a:br>
              <a:rPr lang="fr-FR" sz="5400" dirty="0"/>
            </a:br>
            <a:r>
              <a:rPr lang="fr-FR" sz="5400" dirty="0" err="1"/>
              <a:t>Feel</a:t>
            </a:r>
            <a:r>
              <a:rPr lang="fr-FR" sz="5400" dirty="0"/>
              <a:t> free to </a:t>
            </a:r>
            <a:r>
              <a:rPr lang="fr-FR" sz="5400" dirty="0" err="1"/>
              <a:t>ask</a:t>
            </a:r>
            <a:endParaRPr lang="fr-FR" sz="5400" dirty="0"/>
          </a:p>
        </p:txBody>
      </p:sp>
    </p:spTree>
    <p:extLst>
      <p:ext uri="{BB962C8B-B14F-4D97-AF65-F5344CB8AC3E}">
        <p14:creationId xmlns:p14="http://schemas.microsoft.com/office/powerpoint/2010/main" val="460906493"/>
      </p:ext>
    </p:extLst>
  </p:cSld>
  <p:clrMapOvr>
    <a:masterClrMapping/>
  </p:clrMapOvr>
</p:sld>
</file>

<file path=ppt/theme/theme1.xml><?xml version="1.0" encoding="utf-8"?>
<a:theme xmlns:a="http://schemas.openxmlformats.org/drawingml/2006/main" name="Traînée de condensation">
  <a:themeElements>
    <a:clrScheme name="Traînée de condensatio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Traînée de condensatio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aînée de condensatio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TM04033937[[fn=Traînée de condensation]]</Template>
  <TotalTime>40</TotalTime>
  <Words>54</Words>
  <Application>Microsoft Office PowerPoint</Application>
  <PresentationFormat>Grand écran</PresentationFormat>
  <Paragraphs>13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 Black</vt:lpstr>
      <vt:lpstr>Aptos Display</vt:lpstr>
      <vt:lpstr>Arial</vt:lpstr>
      <vt:lpstr>Century Gothic</vt:lpstr>
      <vt:lpstr>Traînée de condensation</vt:lpstr>
      <vt:lpstr>Présentation PowerPoint</vt:lpstr>
      <vt:lpstr>Introduction</vt:lpstr>
      <vt:lpstr>Uses</vt:lpstr>
      <vt:lpstr>Graphical User Interface (GUI)</vt:lpstr>
      <vt:lpstr>Présentation PowerPoint</vt:lpstr>
      <vt:lpstr>Présentation PowerPoint</vt:lpstr>
      <vt:lpstr>Présentation PowerPoint</vt:lpstr>
      <vt:lpstr>Any question ?  Feel free to 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ARES Christopher</dc:creator>
  <cp:lastModifiedBy>ARES Christopher</cp:lastModifiedBy>
  <cp:revision>1</cp:revision>
  <dcterms:created xsi:type="dcterms:W3CDTF">2025-10-30T10:20:09Z</dcterms:created>
  <dcterms:modified xsi:type="dcterms:W3CDTF">2025-11-04T07:24:37Z</dcterms:modified>
</cp:coreProperties>
</file>